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B860"/>
          </a:solidFill>
          <a:ln w="12700">
            <a:solidFill>
              <a:srgbClr val="00B86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4572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FlipIt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5760720" y="658368"/>
            <a:ext cx="164592" cy="164592"/>
          </a:xfrm>
          <a:prstGeom prst="ellipse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600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secondhand market, but with AI doing all the work.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A1A1A"/>
          </a:solidFill>
          <a:ln w="1905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871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E5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2944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→ Price → List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242316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A1A1A"/>
          </a:solidFill>
          <a:ln w="1905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24871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E5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846320" y="2944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→ Rank → Haggle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DiamondHacks 2026  ·  UCSD  ·  April 5–6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B860"/>
          </a:solidFill>
          <a:ln w="12700">
            <a:solidFill>
              <a:srgbClr val="00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2461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078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at Goodwill...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536192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the item manually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eBay, filter sold listings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Eyeball a price range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bad photos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listing from scratch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out forms on Depop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3977640" cy="475488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minutes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977640" cy="32461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078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a specific item...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65192" y="1536192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Depop — nothing great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eBay — too expensive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Mercari — message seller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ignores you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full asking price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Wish you'd tried harder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3657600"/>
            <a:ext cx="3977640" cy="475488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6576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Hours wasted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DiamondHacks 2026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B860"/>
          </a:solidFill>
          <a:ln w="12700">
            <a:solidFill>
              <a:srgbClr val="00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app. Two autonomous agents. Zero manual steps.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86200" cy="2606040"/>
          </a:xfrm>
          <a:prstGeom prst="rect">
            <a:avLst/>
          </a:prstGeom>
          <a:solidFill>
            <a:srgbClr val="1A1A1A"/>
          </a:solidFill>
          <a:ln w="1905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3886200" cy="38404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 MODE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Snap photo in-store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AI identifies item + pulls eBay comps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Calculates profit margin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Drafts &amp; populates Depop listing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Ready to post in 60 seconds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3886200" cy="2606040"/>
          </a:xfrm>
          <a:prstGeom prst="rect">
            <a:avLst/>
          </a:prstGeom>
          <a:solidFill>
            <a:srgbClr val="1A1A1A"/>
          </a:solidFill>
          <a:ln w="1905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08760"/>
            <a:ext cx="3886200" cy="38404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087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 MODE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Paste item link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Agents sweep 4 platforms simultaneously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AI ranks all listings by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Sends negotiation offers to sellers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Best deal, zero effort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DiamondHacks 2026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B860"/>
          </a:solidFill>
          <a:ln w="12700">
            <a:solidFill>
              <a:srgbClr val="00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86200" cy="2926080"/>
          </a:xfrm>
          <a:prstGeom prst="rect">
            <a:avLst/>
          </a:prstGeom>
          <a:solidFill>
            <a:srgbClr val="1A1A1A"/>
          </a:solidFill>
          <a:ln w="1905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86200" cy="38404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 1 — SELL  (60 sec)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611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just found this at Goodwill."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+ → take photo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VisionAgent: item identified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EbayResearchAgent: comp table fills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PricingAgent: "You make $Y after fees"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DepopListingAgent: form populated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"60 seconds. Used to take 20 minutes."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3886200" cy="2926080"/>
          </a:xfrm>
          <a:prstGeom prst="rect">
            <a:avLst/>
          </a:prstGeom>
          <a:solidFill>
            <a:srgbClr val="1A1A1A"/>
          </a:solidFill>
          <a:ln w="1905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88720"/>
            <a:ext cx="3886200" cy="38404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887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 2 — BUY  (60 sec)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11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want these Jordan 1s. Refuse to pay asking."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link → submit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agents sweep Depop, eBay, Mercari, OfferUp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"31 listings. These 5 are below market."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NegotiationAgent fires — offers sent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seller already replied." → show 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DiamondHacks 2026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B860"/>
          </a:solidFill>
          <a:ln w="12700">
            <a:solidFill>
              <a:srgbClr val="00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FlipIt is Different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1051560"/>
            <a:ext cx="155448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051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Apps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155448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51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Nifty/Closo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1554480" cy="384048"/>
          </a:xfrm>
          <a:prstGeom prst="rect">
            <a:avLst/>
          </a:prstGeom>
          <a:solidFill>
            <a:srgbClr val="00E5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51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FlipIt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435608"/>
            <a:ext cx="25603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356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&amp; price check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1435608"/>
            <a:ext cx="155448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435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E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435608"/>
            <a:ext cx="155448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435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435608"/>
            <a:ext cx="1554480" cy="384048"/>
          </a:xfrm>
          <a:prstGeom prst="rect">
            <a:avLst/>
          </a:prstGeom>
          <a:solidFill>
            <a:srgbClr val="0A20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435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1847088"/>
            <a:ext cx="256032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8470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Auto-populate listing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1847088"/>
            <a:ext cx="155448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847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1847088"/>
            <a:ext cx="155448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847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E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847088"/>
            <a:ext cx="1554480" cy="384048"/>
          </a:xfrm>
          <a:prstGeom prst="rect">
            <a:avLst/>
          </a:prstGeom>
          <a:solidFill>
            <a:srgbClr val="0A20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847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258568"/>
            <a:ext cx="25603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258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BUY search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17520" y="2258568"/>
            <a:ext cx="155448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22585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2258568"/>
            <a:ext cx="155448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2585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2258568"/>
            <a:ext cx="1554480" cy="384048"/>
          </a:xfrm>
          <a:prstGeom prst="rect">
            <a:avLst/>
          </a:prstGeom>
          <a:solidFill>
            <a:srgbClr val="0A20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2585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2670048"/>
            <a:ext cx="256032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670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negotiation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017520" y="2670048"/>
            <a:ext cx="155448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2670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0" y="2670048"/>
            <a:ext cx="155448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2670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E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Seller-side only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26480" y="2670048"/>
            <a:ext cx="1554480" cy="384048"/>
          </a:xfrm>
          <a:prstGeom prst="rect">
            <a:avLst/>
          </a:prstGeom>
          <a:solidFill>
            <a:srgbClr val="0A20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2670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3081528"/>
            <a:ext cx="25603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081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in-store, mobile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17520" y="3081528"/>
            <a:ext cx="155448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3081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E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0" y="3081528"/>
            <a:ext cx="155448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3081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26480" y="3081528"/>
            <a:ext cx="1554480" cy="384048"/>
          </a:xfrm>
          <a:prstGeom prst="rect">
            <a:avLst/>
          </a:prstGeom>
          <a:solidFill>
            <a:srgbClr val="0A20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3081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3767328"/>
            <a:ext cx="8229600" cy="548640"/>
          </a:xfrm>
          <a:prstGeom prst="rect">
            <a:avLst/>
          </a:prstGeom>
          <a:solidFill>
            <a:srgbClr val="0A2018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7673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impact: hundreds of millions of resale users  ·  Indirect: lowers the barrier to supplemental income for anyone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DiamondHacks 2026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B860"/>
          </a:solidFill>
          <a:ln w="12700">
            <a:solidFill>
              <a:srgbClr val="00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0" cy="1371600"/>
          </a:xfrm>
          <a:prstGeom prst="rect">
            <a:avLst/>
          </a:prstGeom>
          <a:solidFill>
            <a:srgbClr val="0A2018"/>
          </a:solidFill>
          <a:ln w="2540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E5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Agents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00584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VisionAgent · EbayResearchAgent · PricingAgent · DepopListingAgent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DepopSearchAgent · EbaySearchAgent · MercariSearchAgent · OfferUpSearchAgent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RankingAgent · NegotiationAgent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2651760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42032"/>
            <a:ext cx="2651760" cy="6400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633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Dual-Path 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0906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ASI:One orchestrates on Agentverse. FastAPI mirrors same pipeline for mobile. One agent system, two front doors.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0128" y="2542032"/>
            <a:ext cx="2651760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2542032"/>
            <a:ext cx="2651760" cy="6400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2633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Use in Agents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9856" y="30906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navigate live UIs — fill forms, click pagination, send messages. Not scraping. Actually browsing.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2542032"/>
            <a:ext cx="2651760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2542032"/>
            <a:ext cx="2651760" cy="6400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2633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Multi-Agent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72784" y="30906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discrete agents, each with a role. Chat Protocol on all. Discoverable by ASI:One. Not tool calls in disguise.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DiamondHacks 2026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B860"/>
          </a:solidFill>
          <a:ln w="12700">
            <a:solidFill>
              <a:srgbClr val="00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73152" cy="594360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79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Fetch.ai / ASI:One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435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 + Agentverse registration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56232"/>
            <a:ext cx="73152" cy="594360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Use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148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 navigation — eBay, Depop, Mercari, OfferUp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9464"/>
            <a:ext cx="73152" cy="594360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06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2862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item identification from camera photos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82696"/>
            <a:ext cx="73152" cy="594360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19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(text)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575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logic, ranking, negotiation message generation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143000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143000"/>
            <a:ext cx="73152" cy="594360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179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1435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product photo generation from item scans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856232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856232"/>
            <a:ext cx="73152" cy="594360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/ React Native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65192" y="2148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dashboard with SSE agent activity feed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569464"/>
            <a:ext cx="4114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569464"/>
            <a:ext cx="73152" cy="594360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2606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Render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65192" y="2862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pipeline, session state, SSE streaming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DiamondHacks 2026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B860"/>
          </a:solidFill>
          <a:ln w="12700">
            <a:solidFill>
              <a:srgbClr val="00B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77640" cy="6400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167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More Platforms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Poshmark, Vinted, Facebook Marketplace — one new SearchAgent each. Architecture is plug-and-play.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397764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88720"/>
            <a:ext cx="3977640" cy="6400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3167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More Verticals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65192" y="16916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Electronics, furniture, books. VisionAgent and pricing pipeline are category-agnostic.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97764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97480"/>
            <a:ext cx="3977640" cy="6400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254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Price History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2004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item values over time. Know the right moment to buy or post.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697480"/>
            <a:ext cx="397764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00E5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697480"/>
            <a:ext cx="3977640" cy="6400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8254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Offer Tracking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32004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 when sellers reply. Full negotiation thread in-app.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DiamondHacks 2026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B860"/>
          </a:solidFill>
          <a:ln w="12700">
            <a:solidFill>
              <a:srgbClr val="00B86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FlipIt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0E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DiamondHacks 2026  ·  UCSD  ·  April 5–6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FlipIt - DiamondHacks 2026</dc:title>
  <dc:subject>PptxGenJS Presentation</dc:subject>
  <dc:creator>PptxGenJS</dc:creator>
  <cp:lastModifiedBy>PptxGenJS</cp:lastModifiedBy>
  <cp:revision>1</cp:revision>
  <dcterms:created xsi:type="dcterms:W3CDTF">2026-04-05T07:22:49Z</dcterms:created>
  <dcterms:modified xsi:type="dcterms:W3CDTF">2026-04-05T07:22:49Z</dcterms:modified>
</cp:coreProperties>
</file>